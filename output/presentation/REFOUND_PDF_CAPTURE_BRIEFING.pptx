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12fd8bff24fb2" /><Relationship Type="http://schemas.openxmlformats.org/officeDocument/2006/relationships/extended-properties" Target="/docProps/app.xml" Id="R5435d704175746b2" /><Relationship Type="http://schemas.openxmlformats.org/officeDocument/2006/relationships/officeDocument" Target="/ppt/presentation.xml" Id="R1f1e1c326776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27e54dab243fb"/>
  </p:sldMasterIdLst>
  <p:notesMasterIdLst>
    <p:notesMasterId xmlns:r="http://schemas.openxmlformats.org/officeDocument/2006/relationships" r:id="Rf56a63345a524acb"/>
  </p:notesMasterIdLst>
  <p:sldIdLst>
    <p:sldId xmlns:r="http://schemas.openxmlformats.org/officeDocument/2006/relationships" id="256" r:id="R9c3744acc1ba4f7d"/>
    <p:sldId xmlns:r="http://schemas.openxmlformats.org/officeDocument/2006/relationships" id="257" r:id="Reae43c8538c74281"/>
    <p:sldId xmlns:r="http://schemas.openxmlformats.org/officeDocument/2006/relationships" id="258" r:id="R927e1ed2c399441a"/>
    <p:sldId xmlns:r="http://schemas.openxmlformats.org/officeDocument/2006/relationships" id="259" r:id="Ra0b85196497242a8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67b8253cb4fcb" /><Relationship Type="http://schemas.openxmlformats.org/officeDocument/2006/relationships/slideMaster" Target="/ppt/slideMasters/slideMaster1.xml" Id="R08927e54dab243fb" /><Relationship Type="http://schemas.openxmlformats.org/officeDocument/2006/relationships/notesMaster" Target="/ppt/notesMasters/notesMaster1.xml" Id="Rf56a63345a524acb" /><Relationship Type="http://schemas.openxmlformats.org/officeDocument/2006/relationships/presProps" Target="/ppt/presProps.xml" Id="Rec9ab33ce9d44d8d" /><Relationship Type="http://schemas.openxmlformats.org/officeDocument/2006/relationships/tableStyles" Target="/ppt/tableStyles.xml" Id="R4ebce9b10fb34b0a" /><Relationship Type="http://schemas.openxmlformats.org/officeDocument/2006/relationships/slide" Target="/ppt/slides/slide1.xml" Id="R9c3744acc1ba4f7d" /><Relationship Type="http://schemas.openxmlformats.org/officeDocument/2006/relationships/slide" Target="/ppt/slides/slide2.xml" Id="Reae43c8538c74281" /><Relationship Type="http://schemas.openxmlformats.org/officeDocument/2006/relationships/slide" Target="/ppt/slides/slide3.xml" Id="R927e1ed2c399441a" /><Relationship Type="http://schemas.openxmlformats.org/officeDocument/2006/relationships/slide" Target="/ppt/slides/slide4.xml" Id="Ra0b851964972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acfeee5f8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21ebf6736b42b2" /><Relationship Type="http://schemas.openxmlformats.org/officeDocument/2006/relationships/notesMaster" Target="/ppt/notesMasters/notesMaster1.xml" Id="R0c513ecf59754e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16c934c0a4333" /><Relationship Type="http://schemas.openxmlformats.org/officeDocument/2006/relationships/notesMaster" Target="/ppt/notesMasters/notesMaster1.xml" Id="R44be233292c04c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c0c866076945e3" /><Relationship Type="http://schemas.openxmlformats.org/officeDocument/2006/relationships/notesMaster" Target="/ppt/notesMasters/notesMaster1.xml" Id="Ra06b4f11555d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90712f97f4580" /><Relationship Type="http://schemas.openxmlformats.org/officeDocument/2006/relationships/notesMaster" Target="/ppt/notesMasters/notesMaster1.xml" Id="R3441d3e80eb6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RESEARCH_FRONT_MATTER.pdf 1쪽. 관련 연구의 번호와 서지는 원고의 참고문헌 [1]–[8]을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RESEARCH_FRONT_MATTER.pdf 2쪽. 관련 연구의 번호와 서지는 원고의 참고문헌 [1]–[8]을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RESEARCH_FRONT_MATTER.pdf 3쪽. 관련 연구의 번호와 서지는 원고의 참고문헌 [1]–[8]을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RESEARCH_FRONT_MATTER.pdf 4쪽. 관련 연구의 번호와 서지는 원고의 참고문헌 [1]–[8]을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cbfed80164e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86e8cfca44ed3" /><Relationship Type="http://schemas.openxmlformats.org/officeDocument/2006/relationships/slideLayout" Target="/ppt/slideLayouts/slideLayout1.xml" Id="R2b8c44ecb312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8c44ecb312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750907fbf4a13" /><Relationship Type="http://schemas.openxmlformats.org/officeDocument/2006/relationships/image" Target="/ppt/media/image.png" Id="Redfbe6b4e7f94016" /><Relationship Type="http://schemas.openxmlformats.org/officeDocument/2006/relationships/notesSlide" Target="/ppt/notesSlides/notesSlide1.xml" Id="R66e1ae1c9574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eea95f5674586" /><Relationship Type="http://schemas.openxmlformats.org/officeDocument/2006/relationships/image" Target="/ppt/media/image2.png" Id="R55338fac75454141" /><Relationship Type="http://schemas.openxmlformats.org/officeDocument/2006/relationships/notesSlide" Target="/ppt/notesSlides/notesSlide2.xml" Id="R47e83f763e5b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87b91aac2409a" /><Relationship Type="http://schemas.openxmlformats.org/officeDocument/2006/relationships/image" Target="/ppt/media/image3.png" Id="R35db318a81cf4685" /><Relationship Type="http://schemas.openxmlformats.org/officeDocument/2006/relationships/notesSlide" Target="/ppt/notesSlides/notesSlide3.xml" Id="Rb02d813a64bb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782850ddb442c" /><Relationship Type="http://schemas.openxmlformats.org/officeDocument/2006/relationships/image" Target="/ppt/media/image4.png" Id="R1f17ff74a5274f2e" /><Relationship Type="http://schemas.openxmlformats.org/officeDocument/2006/relationships/notesSlide" Target="/ppt/notesSlides/notesSlide4.xml" Id="R568bb37c51b14f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be6b4e7f94016"/>
          <a:stretch xmlns:a="http://schemas.openxmlformats.org/drawingml/2006/main"/>
        </p:blipFill>
        <p:spPr>
          <a:xfrm xmlns:a="http://schemas.openxmlformats.org/drawingml/2006/main">
            <a:off x="266700" y="180860"/>
            <a:ext cx="6210300" cy="87822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67475-354A-41D3-8CAD-806C83B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66750"/>
            <a:ext cx="952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B5ED8-C528-4F34-A8B6-9C0F4A3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95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58F78-7053-409C-9C68-3DA32A7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8112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제목·요약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4B257-3A41-4543-A6A7-12876FA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연구 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67115-3472-446C-BED5-3AFD17B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보관대 물품의 추가·이동·제거를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기록하는 분실물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B4162-A1C6-466C-AFA4-10138C9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역할 분담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F005D-2807-4C67-9C3A-7E7BCB8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Pi가 변화를 먼저 찾고,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필요한 사건의 의미만 외부 AI에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EA787-DAB2-475C-9976-3B264CB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0388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현재 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58F33-8C12-48CF-A77D-CD88675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5341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구현과 실험 설계까지 진행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성능 수치는 실측 후 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05C2-9996-45EF-AAA4-D1D4327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420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1965535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38fac75454141"/>
          <a:stretch xmlns:a="http://schemas.openxmlformats.org/drawingml/2006/main"/>
        </p:blipFill>
        <p:spPr>
          <a:xfrm xmlns:a="http://schemas.openxmlformats.org/drawingml/2006/main">
            <a:off x="266700" y="180860"/>
            <a:ext cx="6210300" cy="87822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CD6B1-379B-40D5-9F6E-E3C37AF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66750"/>
            <a:ext cx="952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65F30-B77E-4201-8873-C02721B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95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F1E62-C834-404F-BCA4-42404A86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8112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서론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E5BFA-7321-4A02-AEE1-4BD4C8D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풀려는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410D9-EB5F-4801-A6A8-5BD49F07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조명이나 그림자의 변화를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새 물품으로 오인하지 않아야 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14895-B5FC-4EC4-B691-DB8ED69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관리 업무와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27D95-559B-4532-BA7A-E772C6AF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같은 물건을 옮기면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기존 기록의 위치를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299A1-9544-48DF-B1D0-0DE9744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0388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연구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0171-64A7-4FC5-8655-6369B57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5341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정확도·지연·자원·외부 호출량을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함께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27B85-5B18-458E-BA56-B4CCB803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420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211905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b318a81cf4685"/>
          <a:stretch xmlns:a="http://schemas.openxmlformats.org/drawingml/2006/main"/>
        </p:blipFill>
        <p:spPr>
          <a:xfrm xmlns:a="http://schemas.openxmlformats.org/drawingml/2006/main">
            <a:off x="266700" y="180860"/>
            <a:ext cx="6210300" cy="87822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C0719-6FD5-4619-804E-3D25F6E2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66750"/>
            <a:ext cx="952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6CD34-ED7B-4031-89CF-B65244D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95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E484C-D498-43F2-BCAE-DC34D201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8112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이론적 배경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15E26-CFF2-40FA-B9FE-686AE3C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안정 장면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B4C47-13C1-428A-9567-32C725B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손이 빠지고 물품이 멈춘 뒤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전후 모습을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8195A-9E74-4813-8454-5F11F24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엣지 컴퓨팅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4E0E8-E91A-4FB4-B61E-50BB2BA3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카메라 가까운 Pi에서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기초 영상 분석을 수행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AE69B-C879-475E-8A9F-E5F1672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0388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멀티모달 추론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CCD94-9CF0-4AFC-BCA8-6603B90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5341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전체 장면과 확대 영역의 전후를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최대 네 장으로 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1EC2B-0363-4BD7-87FD-98787353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420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448837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7ff74a5274f2e"/>
          <a:stretch xmlns:a="http://schemas.openxmlformats.org/drawingml/2006/main"/>
        </p:blipFill>
        <p:spPr>
          <a:xfrm xmlns:a="http://schemas.openxmlformats.org/drawingml/2006/main">
            <a:off x="266700" y="180860"/>
            <a:ext cx="6210300" cy="87822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299C9-9F15-48C0-B215-4C941EB9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66750"/>
            <a:ext cx="952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2BBC9-CCD1-4FCB-9DF0-3371BB8B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95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7B2BA-673F-4E2E-A003-F1B9FFA7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8112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관련 연구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8AE18-5031-4B62-9DFF-FF9DF1C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선행연구의 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228FB-B619-43C5-B68D-E83E2000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사진 등록·소유 관계 추적·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전후 비교 등 기존 접근을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76D56-FF62-4EC5-BCBF-C93051E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본 연구의 초점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2431A-CD24-4E77-A868-79D15A8F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사건 선별 → 의미 추론 →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보관 관리 이력까지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A5F0F-ACE3-4DB7-AFEB-4212944C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0388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6A75"/>
                </a:solidFill>
                <a:latin typeface="Malgun Gothic"/>
                <a:ea typeface="Malgun Gothic"/>
                <a:cs typeface="Malgun Gothic"/>
              </a:rPr>
              <a:t>검증할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6314-D037-4444-9453-25E6D948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534150"/>
            <a:ext cx="4305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같은 영상의 비교 실험으로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63D4B"/>
                </a:solidFill>
                <a:latin typeface="Malgun Gothic"/>
                <a:ea typeface="Malgun Gothic"/>
                <a:cs typeface="Malgun Gothic"/>
              </a:rPr>
              <a:t>설계의 효과와 부담을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1204A-E120-4A21-8D7D-7F30BF1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420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37986"/>
                </a:solidFill>
                <a:latin typeface="Malgun Gothic"/>
                <a:ea typeface="Malgun Gothic"/>
                <a:cs typeface="Malgun Gothic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1971060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2026-09-16T06:25:24.5780000Z</dcterms:created>
  <dcterms:modified xsi:type="dcterms:W3CDTF">2026-09-16T06:25:24.5780000Z</dcterms:modified>
</coreProperties>
</file>